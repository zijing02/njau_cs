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1" r:id="rId8"/>
    <p:sldId id="260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36" autoAdjust="0"/>
  </p:normalViewPr>
  <p:slideViewPr>
    <p:cSldViewPr snapToGrid="0">
      <p:cViewPr varScale="1">
        <p:scale>
          <a:sx n="82" d="100"/>
          <a:sy n="82" d="100"/>
        </p:scale>
        <p:origin x="1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B9E43-5045-4BE0-A261-C803B2E82F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7BD66-06CF-48BF-BD8E-BDB07D441BE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yrt.com/case/list/onetomanyform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如何制作表单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设计主从表表单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AnyReport</a:t>
            </a:r>
            <a:r>
              <a:rPr lang="zh-CN" altLang="en-US" dirty="0">
                <a:hlinkClick r:id="rId3"/>
              </a:rPr>
              <a:t>报表 </a:t>
            </a:r>
            <a:r>
              <a:rPr lang="en-US" altLang="zh-CN" dirty="0">
                <a:hlinkClick r:id="rId3"/>
              </a:rPr>
              <a:t>(anyrt.com)</a:t>
            </a:r>
            <a:r>
              <a:rPr lang="en-US" altLang="zh-CN" dirty="0"/>
              <a:t> http://www.anyrt.com/case/list/onetomanyform.html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BD66-06CF-48BF-BD8E-BDB07D441BE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E2681-063B-444E-A155-8A6C47D93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EA6E1-325E-4437-89DA-14D2A20D6F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4107" y="1122363"/>
            <a:ext cx="9577953" cy="2387600"/>
          </a:xfrm>
        </p:spPr>
        <p:txBody>
          <a:bodyPr/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综合系统开发课程设计</a:t>
            </a:r>
            <a:r>
              <a:rPr lang="zh-CN" altLang="en-US" dirty="0"/>
              <a:t>要求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1 </a:t>
            </a:r>
            <a:r>
              <a:rPr lang="zh-CN" altLang="en-US" dirty="0">
                <a:solidFill>
                  <a:schemeClr val="accent1"/>
                </a:solidFill>
              </a:rPr>
              <a:t>相关知识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在实际业务系统设计中，主从表是常见的一种数据表结构，主表中的一条记录对应从表中的多条记录，例如订单表和产品表，订单表的一个订单对应产品表中的多条产品记录。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743" y="3340004"/>
            <a:ext cx="9067145" cy="28369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72339" y="3340004"/>
            <a:ext cx="8725546" cy="137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88258" y="3429000"/>
            <a:ext cx="705173" cy="437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主表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72339" y="4800481"/>
            <a:ext cx="8725546" cy="137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524787" y="5162292"/>
            <a:ext cx="705173" cy="437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从表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2 </a:t>
            </a:r>
            <a:r>
              <a:rPr lang="zh-CN" altLang="en-US" dirty="0">
                <a:solidFill>
                  <a:schemeClr val="accent1"/>
                </a:solidFill>
              </a:rPr>
              <a:t>项目要求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073238"/>
            <a:ext cx="10515600" cy="4351338"/>
          </a:xfrm>
        </p:spPr>
        <p:txBody>
          <a:bodyPr/>
          <a:lstStyle/>
          <a:p>
            <a:r>
              <a:rPr lang="zh-CN" altLang="en-US" dirty="0"/>
              <a:t>设计业务场景，构建需求，需求描述大于</a:t>
            </a:r>
            <a:r>
              <a:rPr lang="en-US" altLang="zh-CN" dirty="0"/>
              <a:t>500</a:t>
            </a:r>
            <a:r>
              <a:rPr lang="zh-CN" altLang="en-US" dirty="0"/>
              <a:t>字。至少包括一对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主从表，涉及的人、物、地点、部门、公司、类型等基础数据单独建表，实现以上表格的业务管理。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前端：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EASYUI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BOOTSTRAP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VUE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PingFang SC"/>
              </a:rPr>
              <a:t>Thymeleaf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等富页面。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后端：三层架构。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7166" y="1690688"/>
            <a:ext cx="10461356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FF0000"/>
                </a:solidFill>
              </a:rPr>
              <a:t>开发一套功能完整的软件系统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不合格界面</a:t>
            </a:r>
            <a:endParaRPr lang="en-US" altLang="zh-CN" dirty="0"/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zh-CN" altLang="en-US" dirty="0"/>
              <a:t>禁止使用</a:t>
            </a:r>
            <a:r>
              <a:rPr lang="zh-CN" altLang="en-US" dirty="0">
                <a:solidFill>
                  <a:srgbClr val="FF0000"/>
                </a:solidFill>
              </a:rPr>
              <a:t>若依等</a:t>
            </a:r>
            <a:r>
              <a:rPr lang="zh-CN" altLang="en-US" dirty="0"/>
              <a:t>平台，自动生成界面、代码。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287" y="2386738"/>
            <a:ext cx="4245002" cy="2582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</a:rPr>
              <a:t>3 </a:t>
            </a:r>
            <a:r>
              <a:rPr lang="zh-CN" altLang="en-US" dirty="0">
                <a:solidFill>
                  <a:schemeClr val="accent1"/>
                </a:solidFill>
              </a:rPr>
              <a:t>最终提交内容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报告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数据库脚本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源代码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1"/>
                </a:solidFill>
              </a:rPr>
              <a:t>附</a:t>
            </a:r>
            <a:r>
              <a:rPr lang="en-US" altLang="zh-CN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报告格式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题目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项目需求（含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开发技术介绍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项目实施过程（运行和开发环境搭建、开发过程，配关键截图）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系统设计（数据库设计、时序、类图、前端及其与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三层架构框架阐述）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功能介绍（使用说明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，截图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心得体会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U4Yzc5YzExZDExZWU4ZTJiZWZmM2MwYzZlZDAzYm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WPS 演示</Application>
  <PresentationFormat>宽屏</PresentationFormat>
  <Paragraphs>45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Helvetica Neue</vt:lpstr>
      <vt:lpstr>PingFang SC</vt:lpstr>
      <vt:lpstr>等线</vt:lpstr>
      <vt:lpstr>Times New Roman</vt:lpstr>
      <vt:lpstr>等线 Light</vt:lpstr>
      <vt:lpstr>微软雅黑</vt:lpstr>
      <vt:lpstr>Arial Unicode MS</vt:lpstr>
      <vt:lpstr>Calibri</vt:lpstr>
      <vt:lpstr>Segoe Print</vt:lpstr>
      <vt:lpstr>Office 主题​​</vt:lpstr>
      <vt:lpstr>综合系统开发课程设计要求</vt:lpstr>
      <vt:lpstr>1 相关知识</vt:lpstr>
      <vt:lpstr>2 项目要求</vt:lpstr>
      <vt:lpstr>PowerPoint 演示文稿</vt:lpstr>
      <vt:lpstr>3 最终提交内容</vt:lpstr>
      <vt:lpstr>附 报告格式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 w</dc:creator>
  <cp:lastModifiedBy>xwsky</cp:lastModifiedBy>
  <cp:revision>36</cp:revision>
  <dcterms:created xsi:type="dcterms:W3CDTF">2022-11-15T07:34:00Z</dcterms:created>
  <dcterms:modified xsi:type="dcterms:W3CDTF">2024-09-19T06:33:52Z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3E3948D4946A4464B53A8B4DBEE7E052_12</vt:lpwstr>
  </property>
  <property fmtid="{D5CDD505-2E9C-101B-9397-08002B2CF9AE}" pid="3" name="KSOProductBuildVer">
    <vt:lpwstr>2052-12.1.0.17857</vt:lpwstr>
  </property>
</Properties>
</file>